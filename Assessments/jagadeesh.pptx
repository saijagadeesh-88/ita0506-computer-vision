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0F92-2E95-55F1-AF45-3C71F2DD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76FDB-C776-2299-F09D-B475DEC9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B28E-5E4A-2C63-7655-53376664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5849F-A073-2837-4642-1FB42C85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28B72-0AE4-EE86-345C-28068E6B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9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FFE7-F283-3FEA-4A48-ADC40F65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D166-BB5A-0EEF-E66A-7D760C30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28BF-5D15-5FB8-D8C7-FB0878BC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1F6C-EEF7-7EEA-78BA-5D57A4C6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50C89-BDEA-254B-BB11-910585EFA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7C66-C1AE-34E0-588B-FC9BBBF84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FCBD-E26D-02AE-1215-0177CD3FB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73CE-750C-7AAA-2645-72DD40AF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A57D-7AF6-647A-C22E-8ACD14F6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DBB1C-C92F-663D-AB79-E1DDF98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2FC-3B49-48B1-957D-E70FB2D1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DC8-0381-DBD5-4AEA-C0D7DC53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24015-A8A0-D8CF-277B-31E515D51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216D9-B985-D642-4290-681CD73D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83E94-083B-7D50-61DD-4E02B60A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42185-BED2-E1A2-E04E-A3522939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57FC-639F-1DC6-ED96-B1A55EFC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25845-6FB4-DBFD-5E59-CA27CE5C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35AE-8127-D5DB-4164-669761A9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57926-ADF8-1705-1359-0773DAC0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469A2-33B4-17AD-0769-5E6A9A896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9871A-EF99-400A-E0AC-FA4CB0BD5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711D0-5E37-6F6A-BC08-189992EC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E3903-8B52-B9F2-871C-182CDC78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968B-0F22-6637-6004-585133E9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70831-52B0-C380-ACFD-BD9E3FFA7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824A-608E-89B7-055E-D509415B4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D88C7-F89A-2AF6-9D95-D1386FAE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92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5671C-0362-1CCE-E12F-82E1538A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EB005-A6B2-9AED-4F96-FF2CD24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B5FE9-692D-941D-28AC-307DD73F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064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3E90-C5FF-19B6-55F5-E86A578E4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E249-03FC-FD82-FAAB-136AD4F6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098F8-75A0-426F-0200-4A571DB4D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81BA1-481D-D7AB-D66C-D7407580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38A58-1B0E-AA39-8640-71DD28C5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A6018-0455-2476-5BB9-300F9D2D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8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D7EF-DA78-9FFF-3F43-3AD6353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3AAE-BD54-7B12-48F0-AAB933B0B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A9C8-A641-C865-7202-1FE8D2BCB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4F78-2A0C-8CFE-4259-9EABF8E1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BEAE-3927-CDCA-9AF9-C9B6CEEC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65146-E0EC-A7F0-BA70-ED0DFAE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2FBD-61B8-2702-E359-F57FB980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9B9A-4A82-8614-AD5E-A21A7F61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4449C-9626-8693-6768-E6C79F6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1869-AF77-AF0C-6DE8-B9F99E53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CEDD-1D83-FACF-7483-3DFA888C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3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31B64-563D-40A1-428A-A0104A240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020E0-69A0-E769-B8E9-B02A72820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7E6C-9DCE-C3B7-5E86-37FC31E4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CE000-160C-55AF-14F9-E7575ABC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507E0-1F22-789D-37FF-56BC2B3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90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02FE0-5336-D587-2E05-26FBB68D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562E-420B-2FEA-9149-9E04E7E97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95E6D-C7D3-C278-720A-56AA4A63C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09A09-45E7-4A2B-808B-7B33B05641A1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34C6-D011-6E97-C36B-FC2D8B76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5AD2-0506-B1C4-2C75-40252CA4D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7845-B999-4125-AA58-9D47EB70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8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894969" y="4788532"/>
            <a:ext cx="6096000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Guided BY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105"/>
              </a:lnSpc>
            </a:pPr>
            <a:r>
              <a:rPr lang="en-US"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.R.C.Jeni Gracia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Calibri" panose="020F0502020204030204"/>
              </a:rPr>
              <a:t>By</a:t>
            </a:r>
            <a:endParaRPr lang="en-US" b="1" spc="-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T.V.SAI JAGADEESH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(192472146)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2095500" y="1807718"/>
            <a:ext cx="8000999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ITA0506-Computer Vision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AA7A8F-4517-179B-2C54-9BD20A521B05}"/>
              </a:ext>
            </a:extLst>
          </p:cNvPr>
          <p:cNvSpPr txBox="1"/>
          <p:nvPr/>
        </p:nvSpPr>
        <p:spPr>
          <a:xfrm>
            <a:off x="1193423" y="3327247"/>
            <a:ext cx="107808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Stages of Digital Image Processing in Computer Vision Systems</a:t>
            </a:r>
            <a:endParaRPr lang="en-US" sz="2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1EDFD-B797-6AFA-A922-E16FCCC8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9888B-C21F-D6B4-E5E6-AAFF044F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178EB1-11E1-D096-06BC-E72CA823DB7B}"/>
              </a:ext>
            </a:extLst>
          </p:cNvPr>
          <p:cNvSpPr txBox="1"/>
          <p:nvPr/>
        </p:nvSpPr>
        <p:spPr>
          <a:xfrm>
            <a:off x="1880263" y="226340"/>
            <a:ext cx="79224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</a:rPr>
              <a:t>Image Acquisition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8BFB0-0627-F320-6EB0-761F43729AFE}"/>
              </a:ext>
            </a:extLst>
          </p:cNvPr>
          <p:cNvSpPr txBox="1"/>
          <p:nvPr/>
        </p:nvSpPr>
        <p:spPr>
          <a:xfrm>
            <a:off x="720162" y="2041073"/>
            <a:ext cx="6464409" cy="3787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Image acquisition is the process of capturing real-world scenes using cameras or sensors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 converts light energy from the environment into electrical signals that can be processed digitally.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Important influencing factors include: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sensor used (CCD or CMOS)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of the camera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and exposure conditions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noise or environmental disturbances</a:t>
            </a:r>
            <a:endParaRPr lang="en-IN" dirty="0"/>
          </a:p>
        </p:txBody>
      </p:sp>
      <p:pic>
        <p:nvPicPr>
          <p:cNvPr id="3" name="Picture 2" descr="Does Size Matter? New Image Sensors Bring More Pixels, More Problems | Envato Tuts+">
            <a:extLst>
              <a:ext uri="{FF2B5EF4-FFF2-40B4-BE49-F238E27FC236}">
                <a16:creationId xmlns:a16="http://schemas.microsoft.com/office/drawing/2014/main" id="{E25703B8-D38E-50B2-9713-541929E6F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00" y="2320276"/>
            <a:ext cx="4718958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2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221F-EDC4-D116-C5FF-B83B7C83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3F308-CE2F-F94B-38DD-9E345697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E1FB2E-98B3-71DD-A3D1-C39077E5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FC53B-4DB2-E229-3151-41D61A9EDBD6}"/>
              </a:ext>
            </a:extLst>
          </p:cNvPr>
          <p:cNvSpPr txBox="1"/>
          <p:nvPr/>
        </p:nvSpPr>
        <p:spPr>
          <a:xfrm>
            <a:off x="2019300" y="722900"/>
            <a:ext cx="7892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Image formation</a:t>
            </a:r>
            <a:endParaRPr lang="en-IN" sz="44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C4672-1B50-EDE4-3843-037E471B6DE3}"/>
              </a:ext>
            </a:extLst>
          </p:cNvPr>
          <p:cNvSpPr txBox="1"/>
          <p:nvPr/>
        </p:nvSpPr>
        <p:spPr>
          <a:xfrm>
            <a:off x="333038" y="2596243"/>
            <a:ext cx="7525490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is the physical process of creating an image on the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sensor surface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rays from objects pass through an optical system such as a lens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lens focuses and directs light onto the camera sensor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creates a 2D projection of a 3D real-world scene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image formation leads to blurred or distorted images.</a:t>
            </a:r>
          </a:p>
        </p:txBody>
      </p:sp>
      <p:pic>
        <p:nvPicPr>
          <p:cNvPr id="2" name="Picture 1" descr="Super-Sharp Photos with Any Camera &amp; Lens: 3 Secret Tricks (VIDEO) | Shutterbug">
            <a:extLst>
              <a:ext uri="{FF2B5EF4-FFF2-40B4-BE49-F238E27FC236}">
                <a16:creationId xmlns:a16="http://schemas.microsoft.com/office/drawing/2014/main" id="{1A360D2A-A170-0B3D-C5CA-1C1310F8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111" y="2416629"/>
            <a:ext cx="476794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0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BDD0-BC15-E637-1F16-3F0CA9C70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9E9688-ECD2-EDB8-CCB6-2DA41E15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4EF33-5F98-0A1D-3097-F06A308E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71BBFA-E5BA-D0D1-F46E-B2F44A628EB5}"/>
              </a:ext>
            </a:extLst>
          </p:cNvPr>
          <p:cNvSpPr txBox="1"/>
          <p:nvPr/>
        </p:nvSpPr>
        <p:spPr>
          <a:xfrm>
            <a:off x="3047979" y="513131"/>
            <a:ext cx="5879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Algerian" panose="04020705040A02060702" pitchFamily="82" charset="0"/>
              </a:rPr>
              <a:t>Sampling</a:t>
            </a:r>
            <a:endParaRPr lang="en-IN" sz="44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1C9C1-2793-41CB-F851-741C31A3933D}"/>
              </a:ext>
            </a:extLst>
          </p:cNvPr>
          <p:cNvSpPr txBox="1"/>
          <p:nvPr/>
        </p:nvSpPr>
        <p:spPr>
          <a:xfrm>
            <a:off x="146957" y="1999207"/>
            <a:ext cx="7609114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is the process of converting a continuous image into a discrete digital form.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the image into a grid of small elements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called pixels.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represents a small portion of the image.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Sampling determines the spatial resolution of the image.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sampling reduces image clarity and may lose important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information.</a:t>
            </a:r>
          </a:p>
        </p:txBody>
      </p:sp>
      <p:pic>
        <p:nvPicPr>
          <p:cNvPr id="7" name="Picture 6" descr="Decoding the divide: what’s the difference between ‘high-resolution’ and ‘low-resolution’? - V-one">
            <a:extLst>
              <a:ext uri="{FF2B5EF4-FFF2-40B4-BE49-F238E27FC236}">
                <a16:creationId xmlns:a16="http://schemas.microsoft.com/office/drawing/2014/main" id="{BBC88E0C-A08A-7157-691B-98FF88BE2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408" y="2612571"/>
            <a:ext cx="5879592" cy="385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00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D0C1-3F4C-BF65-0B91-2EDBEB07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86D3DB-4565-57AC-3C8E-0A9255B0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03675D-C5D0-3661-C8DC-73BCDA1C7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96EA22-C502-7563-FF4B-AAC870A22E4F}"/>
              </a:ext>
            </a:extLst>
          </p:cNvPr>
          <p:cNvSpPr txBox="1"/>
          <p:nvPr/>
        </p:nvSpPr>
        <p:spPr>
          <a:xfrm>
            <a:off x="3047979" y="513131"/>
            <a:ext cx="5879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</a:rPr>
              <a:t>Quantization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F885E-EF0F-BC0F-5BEE-E8382F62FFA0}"/>
              </a:ext>
            </a:extLst>
          </p:cNvPr>
          <p:cNvSpPr txBox="1"/>
          <p:nvPr/>
        </p:nvSpPr>
        <p:spPr>
          <a:xfrm>
            <a:off x="333038" y="2481191"/>
            <a:ext cx="7609114" cy="2540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Quantization is the process of assigning intensity values to each pixel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 converts continuous intensity values into a limited number of discrete levels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These levels represent brightness or color information in the image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Higher quantization levels produce smoother and more detailed images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Lower quantization levels may cause loss of detail and banding effects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Honey, I Shrunk The LLM! A Beginner's Guide To Quantization">
            <a:extLst>
              <a:ext uri="{FF2B5EF4-FFF2-40B4-BE49-F238E27FC236}">
                <a16:creationId xmlns:a16="http://schemas.microsoft.com/office/drawing/2014/main" id="{6BC2CDFA-F5C3-89B1-AAB5-94AE05AE6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152" y="2158556"/>
            <a:ext cx="4206647" cy="310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4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11A28-0F6F-7B87-FE61-FE13441B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0D1CB4-B367-A6DC-E790-5B91919F0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8" y="2263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7F364-2AB8-4BB9-F220-F16FE8D2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9" y="226340"/>
            <a:ext cx="1524000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D2114-6BC9-4158-4641-B995A5177EDD}"/>
              </a:ext>
            </a:extLst>
          </p:cNvPr>
          <p:cNvSpPr txBox="1"/>
          <p:nvPr/>
        </p:nvSpPr>
        <p:spPr>
          <a:xfrm>
            <a:off x="3047979" y="513131"/>
            <a:ext cx="5879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rgbClr val="FF0000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AB136-247A-32CF-3F2A-774646A8C23E}"/>
              </a:ext>
            </a:extLst>
          </p:cNvPr>
          <p:cNvSpPr txBox="1"/>
          <p:nvPr/>
        </p:nvSpPr>
        <p:spPr>
          <a:xfrm>
            <a:off x="1998551" y="1745718"/>
            <a:ext cx="8647677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stages work together to convert a real-world scene into a digital image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follows a sequential flow: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Acquisition → Image Formation → Sampling → Quantization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stage depends on the output of the previous stage.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or limitations in one stage affect the overall system performance.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acquisition and formation lead to better sampling and quantization results.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real-world applications such as face recognition, medical imaging, and autonomous driving.</a:t>
            </a:r>
          </a:p>
        </p:txBody>
      </p:sp>
    </p:spTree>
    <p:extLst>
      <p:ext uri="{BB962C8B-B14F-4D97-AF65-F5344CB8AC3E}">
        <p14:creationId xmlns:p14="http://schemas.microsoft.com/office/powerpoint/2010/main" val="1588081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357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venkatsai3344@outlook.com</cp:lastModifiedBy>
  <cp:revision>20</cp:revision>
  <dcterms:created xsi:type="dcterms:W3CDTF">2025-12-26T06:25:37Z</dcterms:created>
  <dcterms:modified xsi:type="dcterms:W3CDTF">2026-07-13T11:50:25Z</dcterms:modified>
</cp:coreProperties>
</file>