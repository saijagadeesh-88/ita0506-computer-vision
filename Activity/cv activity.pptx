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894969" y="4788532"/>
            <a:ext cx="6096000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Guided BY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105"/>
              </a:lnSpc>
            </a:pP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.R.C.Jeni Gracia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Calibri" panose="020F0502020204030204"/>
              </a:rPr>
              <a:t>By</a:t>
            </a:r>
            <a:endParaRPr lang="en-US" b="1" spc="-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G.D.S.P.Santosh Raja (192425064)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 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C.Chandu (192472332)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Y.Sravan Kumar (19242289)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Y.Tejanvesh Reddy (192425156)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B.Rakesh (192425241)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2095500" y="1807718"/>
            <a:ext cx="8000999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894969" y="3068932"/>
            <a:ext cx="107808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3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78EB1-11E1-D096-06BC-E72CA823DB7B}"/>
              </a:ext>
            </a:extLst>
          </p:cNvPr>
          <p:cNvSpPr txBox="1"/>
          <p:nvPr/>
        </p:nvSpPr>
        <p:spPr>
          <a:xfrm>
            <a:off x="1880263" y="226340"/>
            <a:ext cx="7922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8BFB0-0627-F320-6EB0-761F43729AFE}"/>
              </a:ext>
            </a:extLst>
          </p:cNvPr>
          <p:cNvSpPr txBox="1"/>
          <p:nvPr/>
        </p:nvSpPr>
        <p:spPr>
          <a:xfrm>
            <a:off x="899775" y="1964353"/>
            <a:ext cx="63501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branch of Artificial Intelligence (AI).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understand and analyze images and videos.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cameras and image-processing techniques to collect visual information.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improve recognition accuracy.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identify objects, faces, patterns, text and activities.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used in healthcare, transportation, security and industries.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I Auto-Tagging: Essential for Efficient Content Management">
            <a:extLst>
              <a:ext uri="{FF2B5EF4-FFF2-40B4-BE49-F238E27FC236}">
                <a16:creationId xmlns:a16="http://schemas.microsoft.com/office/drawing/2014/main" id="{15AFFC0D-2FAE-A31C-1023-BBFC5ECF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884" y="2204355"/>
            <a:ext cx="4767945" cy="409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221F-EDC4-D116-C5FF-B83B7C83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3F308-CE2F-F94B-38DD-9E345697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E1FB2E-98B3-71DD-A3D1-C39077E5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FC53B-4DB2-E229-3151-41D61A9EDBD6}"/>
              </a:ext>
            </a:extLst>
          </p:cNvPr>
          <p:cNvSpPr txBox="1"/>
          <p:nvPr/>
        </p:nvSpPr>
        <p:spPr>
          <a:xfrm>
            <a:off x="2019300" y="722900"/>
            <a:ext cx="78921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Compute vision in healthcare</a:t>
            </a:r>
            <a:endParaRPr lang="en-IN" sz="4400" b="1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C4672-1B50-EDE4-3843-037E471B6DE3}"/>
              </a:ext>
            </a:extLst>
          </p:cNvPr>
          <p:cNvSpPr txBox="1"/>
          <p:nvPr/>
        </p:nvSpPr>
        <p:spPr>
          <a:xfrm>
            <a:off x="426759" y="2107345"/>
            <a:ext cx="60187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helps doctors analyze medical images.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process X-rays, CT scans, MRI scans and ultrasound images.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tumors, fractures and other abnormalities.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can assist in early disease detection.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time required for analyzing large numbers of medical images.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support doctors in diagnosis and treatment planning.</a:t>
            </a:r>
          </a:p>
        </p:txBody>
      </p:sp>
      <p:pic>
        <p:nvPicPr>
          <p:cNvPr id="2" name="Picture 1" descr="As 50 principais aplicações de IA em 2025 na vida e nos negócios – Um guia">
            <a:extLst>
              <a:ext uri="{FF2B5EF4-FFF2-40B4-BE49-F238E27FC236}">
                <a16:creationId xmlns:a16="http://schemas.microsoft.com/office/drawing/2014/main" id="{B000AE6B-4EB9-CACD-3133-6D2E97C905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644" b="15207"/>
          <a:stretch>
            <a:fillRect/>
          </a:stretch>
        </p:blipFill>
        <p:spPr>
          <a:xfrm>
            <a:off x="6935392" y="2631160"/>
            <a:ext cx="4592579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0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BDD0-BC15-E637-1F16-3F0CA9C7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9E9688-ECD2-EDB8-CCB6-2DA41E15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4EF33-5F98-0A1D-3097-F06A308E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71BBFA-E5BA-D0D1-F46E-B2F44A628EB5}"/>
              </a:ext>
            </a:extLst>
          </p:cNvPr>
          <p:cNvSpPr txBox="1"/>
          <p:nvPr/>
        </p:nvSpPr>
        <p:spPr>
          <a:xfrm>
            <a:off x="1257300" y="513131"/>
            <a:ext cx="89591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transportation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1C9C1-2793-41CB-F851-741C31A3933D}"/>
              </a:ext>
            </a:extLst>
          </p:cNvPr>
          <p:cNvSpPr txBox="1"/>
          <p:nvPr/>
        </p:nvSpPr>
        <p:spPr>
          <a:xfrm>
            <a:off x="370116" y="2585724"/>
            <a:ext cx="53884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detects vehicles and pedestrians on roads.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traffic signs and road lanes.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autonomous and driver-assistance systems.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monitor traffic and detect accidents.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automated surveillance and security monitoring.</a:t>
            </a:r>
          </a:p>
        </p:txBody>
      </p:sp>
      <p:pic>
        <p:nvPicPr>
          <p:cNvPr id="7" name="Picture 6" descr="自动驾驶多任务框架Hybridnets——同时处理车辆检测、可驾驶区域分割、车道线分割模型部署（C++/Python）_车道线多任务检测-CSDN博客">
            <a:extLst>
              <a:ext uri="{FF2B5EF4-FFF2-40B4-BE49-F238E27FC236}">
                <a16:creationId xmlns:a16="http://schemas.microsoft.com/office/drawing/2014/main" id="{CF673C78-C811-C0F9-6091-9971A9E77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456" y="2246472"/>
            <a:ext cx="5004707" cy="377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0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D0C1-3F4C-BF65-0B91-2EDBEB07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86D3DB-4565-57AC-3C8E-0A9255B0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3675D-C5D0-3661-C8DC-73BCDA1C7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96EA22-C502-7563-FF4B-AAC870A22E4F}"/>
              </a:ext>
            </a:extLst>
          </p:cNvPr>
          <p:cNvSpPr txBox="1"/>
          <p:nvPr/>
        </p:nvSpPr>
        <p:spPr>
          <a:xfrm>
            <a:off x="1816478" y="417411"/>
            <a:ext cx="80499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Manufacturing &amp; Agriculture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F885E-EF0F-BC0F-5BEE-E8382F62FFA0}"/>
              </a:ext>
            </a:extLst>
          </p:cNvPr>
          <p:cNvSpPr txBox="1"/>
          <p:nvPr/>
        </p:nvSpPr>
        <p:spPr>
          <a:xfrm>
            <a:off x="582386" y="2278850"/>
            <a:ext cx="59697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used for automated quality inspection.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scratches, cracks and defects in manufactured products.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can inspect products continuously on production lines.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use Computer Vision to identify and handle objects.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agriculture, cameras and drones monitor crop health.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identify weeds, pests and plant diseases.</a:t>
            </a:r>
          </a:p>
        </p:txBody>
      </p:sp>
      <p:pic>
        <p:nvPicPr>
          <p:cNvPr id="6" name="Picture 5" descr="AI in Agriculture: Transforming Sustainable Farming">
            <a:extLst>
              <a:ext uri="{FF2B5EF4-FFF2-40B4-BE49-F238E27FC236}">
                <a16:creationId xmlns:a16="http://schemas.microsoft.com/office/drawing/2014/main" id="{D465B03A-4D30-50E6-9CB2-996A9EBCB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77" y="2449287"/>
            <a:ext cx="5002661" cy="375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4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1A28-0F6F-7B87-FE61-FE13441B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0D1CB4-B367-A6DC-E790-5B91919F0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7F364-2AB8-4BB9-F220-F16FE8D2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D2114-6BC9-4158-4641-B995A5177EDD}"/>
              </a:ext>
            </a:extLst>
          </p:cNvPr>
          <p:cNvSpPr txBox="1"/>
          <p:nvPr/>
        </p:nvSpPr>
        <p:spPr>
          <a:xfrm>
            <a:off x="1779814" y="513131"/>
            <a:ext cx="8245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Future of Computer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AB136-247A-32CF-3F2A-774646A8C23E}"/>
              </a:ext>
            </a:extLst>
          </p:cNvPr>
          <p:cNvSpPr txBox="1"/>
          <p:nvPr/>
        </p:nvSpPr>
        <p:spPr>
          <a:xfrm>
            <a:off x="1466514" y="1943664"/>
            <a:ext cx="9147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intelligent autonomous vehicles and robots.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medical diagnosis and monitoring.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with intelligent traffic management.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surveillance and safety systems.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integration of Computer Vision with Deep Learning and Generative AI.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transforming the way machines interact with and understand the real world.</a:t>
            </a:r>
          </a:p>
        </p:txBody>
      </p:sp>
    </p:spTree>
    <p:extLst>
      <p:ext uri="{BB962C8B-B14F-4D97-AF65-F5344CB8AC3E}">
        <p14:creationId xmlns:p14="http://schemas.microsoft.com/office/powerpoint/2010/main" val="1588081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367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venkatsai3344@outlook.com</cp:lastModifiedBy>
  <cp:revision>22</cp:revision>
  <dcterms:created xsi:type="dcterms:W3CDTF">2025-12-26T06:25:37Z</dcterms:created>
  <dcterms:modified xsi:type="dcterms:W3CDTF">2026-08-24T14:34:21Z</dcterms:modified>
</cp:coreProperties>
</file>