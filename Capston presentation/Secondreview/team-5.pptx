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75" r:id="rId5"/>
    <p:sldId id="259" r:id="rId6"/>
    <p:sldId id="260" r:id="rId7"/>
    <p:sldId id="274" r:id="rId8"/>
    <p:sldId id="276" r:id="rId9"/>
    <p:sldId id="282" r:id="rId10"/>
    <p:sldId id="283" r:id="rId11"/>
    <p:sldId id="284" r:id="rId12"/>
    <p:sldId id="285" r:id="rId13"/>
    <p:sldId id="286" r:id="rId14"/>
    <p:sldId id="271" r:id="rId15"/>
    <p:sldId id="287" r:id="rId16"/>
    <p:sldId id="288" r:id="rId17"/>
    <p:sldId id="289" r:id="rId18"/>
    <p:sldId id="29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428625" y="4715380"/>
            <a:ext cx="609600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Dr.R.C.Jeni Gracia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G.D.S.P.Santosh Raja (192425064)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C.Chandu (192472332)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Y.Sravan Kumar (192472289)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B.Rakesh (192425241)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Y.Tejanvesh Reddy(192425156)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636814" y="2038551"/>
            <a:ext cx="1078086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537442" y="3260876"/>
            <a:ext cx="10979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Sign Detection and Recognition using YOLOv8 and CNN with Driver Alert System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DB9B4-B78B-E441-B31F-02362E88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217B2-1D7F-69D7-5338-50F68187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D9DBA-E9A7-3415-0F64-1839FE433F1C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AGENDA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D5233-17D0-CF1B-01E8-FD4B45F13B43}"/>
              </a:ext>
            </a:extLst>
          </p:cNvPr>
          <p:cNvSpPr txBox="1"/>
          <p:nvPr/>
        </p:nvSpPr>
        <p:spPr>
          <a:xfrm>
            <a:off x="4016830" y="1569365"/>
            <a:ext cx="992777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recognition system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methods 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explanation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References</a:t>
            </a:r>
          </a:p>
        </p:txBody>
      </p:sp>
    </p:spTree>
    <p:extLst>
      <p:ext uri="{BB962C8B-B14F-4D97-AF65-F5344CB8AC3E}">
        <p14:creationId xmlns:p14="http://schemas.microsoft.com/office/powerpoint/2010/main" val="39071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B1E0-51E8-2969-8389-FC285219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73B50-DCB2-C86A-7E1C-7974D34E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63226-F49F-D5AE-8762-706355BC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AEF1F-68D1-3951-7FB3-ADD8B2D2CF49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1F13C-B9C3-3D0A-9BA0-B8624737A68A}"/>
              </a:ext>
            </a:extLst>
          </p:cNvPr>
          <p:cNvSpPr txBox="1"/>
          <p:nvPr/>
        </p:nvSpPr>
        <p:spPr>
          <a:xfrm>
            <a:off x="1665515" y="2022525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signs are essential for maintaining road safety and guiding drivers.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situations, drivers may miss signs due to fatigue, distractions, or poor visibility.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important signs like speed limits or stop signs can lead to accidents.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intelligent systems are developed using Artificial Intelligence.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YOLOv8 for detection and CNN for classification.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automatically detect traffic signs from live video and recognize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36008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5B43-D961-44B4-57B7-0F835B36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      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LITERATURE REVIEW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F52DA-BB0E-79AD-F429-87D192AD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C89E57-0E32-5093-CAED-EDB4BD2B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38026D0-8BFB-EF15-2FE0-A306BB045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449750"/>
              </p:ext>
            </p:extLst>
          </p:nvPr>
        </p:nvGraphicFramePr>
        <p:xfrm>
          <a:off x="1671142" y="1645186"/>
          <a:ext cx="9307287" cy="49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0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&amp; Year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Gaps Identified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using Traditional Computer Vision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Processing, SVM, 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in complex environments and poor performance in real-time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9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Traffic Sign Detection using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Lee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OpenCV,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speed optimization for real-time applications</a:t>
                      </a:r>
                      <a:endParaRPr lang="en-US" sz="16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4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Recognition using YOLO-based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YOLOv5, 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in detecting small and multiple signs simultaneously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1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with Object Tracking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Kumar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Deep SORT, Kalman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efficient temporal analysis and tracking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7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Traffic Sign Recognition using YOLOv8 and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John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YOLOv8,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lacks fully optimized real-time deployment and robustness in all weather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79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D098-9606-9DF3-9FB4-48ED0D5B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PROBLEM STATEMENT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5288BF2-D253-8750-9D6F-0523316B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71" y="2551836"/>
            <a:ext cx="3331029" cy="285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93DAF-4883-4538-741D-8EE0A10595DA}"/>
              </a:ext>
            </a:extLst>
          </p:cNvPr>
          <p:cNvSpPr txBox="1"/>
          <p:nvPr/>
        </p:nvSpPr>
        <p:spPr>
          <a:xfrm>
            <a:off x="587828" y="2857275"/>
            <a:ext cx="7870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may miss traffic signs due to bad weather, low visibility, or lack of attention.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often slow and not suitable for real-time detection.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struggle to detect multiple traffic signs at the same time.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track signs continuously across video frames. There is a need for a system that can detect, track, recognize signs, and alert the driver instantly.</a:t>
            </a:r>
          </a:p>
        </p:txBody>
      </p:sp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781D-F173-3EE5-C19A-043B42A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BF0EE-8BDE-A865-7C1A-093477CB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6386E-92B7-BE81-CE6A-7594E50AE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C688D-B8E6-011F-68D8-B36AD799A9C5}"/>
              </a:ext>
            </a:extLst>
          </p:cNvPr>
          <p:cNvSpPr txBox="1"/>
          <p:nvPr/>
        </p:nvSpPr>
        <p:spPr>
          <a:xfrm>
            <a:off x="2430720" y="1992848"/>
            <a:ext cx="778570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traffic sign detection system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YOLOv8 for fast and accurate object detection and  classify traffic signs using CNN or transfer learning.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multiple objects across frames and extract relevant regions for better processing.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alerts to drivers To improve overall road safety.</a:t>
            </a:r>
          </a:p>
        </p:txBody>
      </p:sp>
    </p:spTree>
    <p:extLst>
      <p:ext uri="{BB962C8B-B14F-4D97-AF65-F5344CB8AC3E}">
        <p14:creationId xmlns:p14="http://schemas.microsoft.com/office/powerpoint/2010/main" val="89892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9D21-E0C0-A725-9361-B2BDD816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02F8-E934-8ADE-E39B-6C0A6F9E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72827-3114-84BD-8B3E-2FA3CBEC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79"/>
          <a:stretch>
            <a:fillRect/>
          </a:stretch>
        </p:blipFill>
        <p:spPr>
          <a:xfrm>
            <a:off x="333038" y="226341"/>
            <a:ext cx="1133475" cy="1218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8D2C98-0467-1885-953A-69108411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962" y="118375"/>
            <a:ext cx="1524000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5DEE0-B90B-CD32-075E-7C9ADB492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44" y="1583537"/>
            <a:ext cx="10354056" cy="515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5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28" y="601328"/>
            <a:ext cx="86541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      </a:t>
            </a: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Module 1: </a:t>
            </a:r>
            <a:r>
              <a:rPr lang="en-IN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Intelligent Video Acquisition &amp; Adaptive Preprocessing</a:t>
            </a: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2" y="1796759"/>
            <a:ext cx="12034344" cy="525779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 captures real-time road video using a camera or webcam.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video is divided into individual frames so that each frame can be processed separately.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is used for basic image processing such as resizing, normalization, and noise reduction.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and contrast can be adjusted to improve visibility under different lighting conditions.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preprocessed frames are then given as input to the YOLOv8 detection model.</a:t>
            </a:r>
          </a:p>
          <a:p>
            <a:pPr marL="0" indent="0">
              <a:buNone/>
            </a:pPr>
            <a:r>
              <a:rPr lang="en-IN" sz="2400" b="1" dirty="0"/>
              <a:t>Techniques Used</a:t>
            </a:r>
          </a:p>
          <a:p>
            <a:pPr lvl="0"/>
            <a:r>
              <a:rPr lang="en-IN" sz="2400" dirty="0"/>
              <a:t>OpenCV </a:t>
            </a:r>
          </a:p>
          <a:p>
            <a:pPr lvl="0"/>
            <a:r>
              <a:rPr lang="en-IN" sz="2400" dirty="0"/>
              <a:t>Frame extraction </a:t>
            </a:r>
          </a:p>
          <a:p>
            <a:pPr lvl="0"/>
            <a:r>
              <a:rPr lang="en-IN" sz="2400" dirty="0"/>
              <a:t>Image resizing </a:t>
            </a: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564A-33F6-F972-A122-B111341A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1C56-0CCE-B677-D88B-5CA732CD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4955" y="340071"/>
            <a:ext cx="1235960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        </a:t>
            </a:r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Module-2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Real-Time Traffic Sign </a:t>
            </a:r>
            <a:b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Detection using YOLOv8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C1EE-A70B-D9A5-6CD6-495BCF67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is used to locate traffic signs in each video frame.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sign and creates a bounding box around it.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also provides a confidence score that indicates how confident it is about the detection.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can detect multiple traffic signs in the same frame.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YOLOv8 performs detection quickly, it is suitable for real-time traffic applications.</a:t>
            </a:r>
            <a:endParaRPr lang="en-IN" sz="2400" dirty="0"/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/>
              <a:t>Input preprocessed frame. </a:t>
            </a:r>
          </a:p>
          <a:p>
            <a:pPr lvl="0"/>
            <a:r>
              <a:rPr lang="en-IN" sz="2400" dirty="0"/>
              <a:t>YOLOv8 processes the complete image. </a:t>
            </a:r>
          </a:p>
          <a:p>
            <a:pPr lvl="0"/>
            <a:r>
              <a:rPr lang="en-IN" sz="2400" dirty="0"/>
              <a:t>Features are extracted by the neural network.</a:t>
            </a:r>
          </a:p>
          <a:p>
            <a:pPr marL="0" lv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5DF3D-663C-DB10-352C-04E7713233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0049C-AA0C-85C6-B866-EA6C48CA3E0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87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A66E-2745-AA84-922C-055CBBB4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DBB7-F97D-FAD3-B95C-A293E0D4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 3: Multi-Object Tracking &amp; Temporal Analysis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2329-7162-5263-11AA-027458B8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detection, the system continuously follows traffic signs across different video frames.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helps the system understand whether the sign in the current frame is the same sign detected in the previous frame.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tracking ID can be assigned to every detected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repeated processing and provides more stable results.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information from consecutive frames can also be used to improve the reliability of detection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/>
              <a:t>Object tracking </a:t>
            </a:r>
          </a:p>
          <a:p>
            <a:pPr lvl="0"/>
            <a:r>
              <a:rPr lang="en-IN" sz="2400" dirty="0"/>
              <a:t>Kalman Filter </a:t>
            </a:r>
          </a:p>
          <a:p>
            <a:pPr lvl="0"/>
            <a:r>
              <a:rPr lang="en-IN" sz="2400" dirty="0"/>
              <a:t>SORT / Deep SORT </a:t>
            </a:r>
          </a:p>
          <a:p>
            <a:pPr lvl="0"/>
            <a:r>
              <a:rPr lang="en-IN" sz="2400"/>
              <a:t>Frame-to-frame </a:t>
            </a:r>
            <a:r>
              <a:rPr lang="en-IN" sz="2400" dirty="0"/>
              <a:t>tracking.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6878F-24B5-9255-6E3C-F38C0020B2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4FF2FF-9B18-46CC-1AC3-A1AA680DFF1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57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6F91-DFD0-52B9-A2D8-6C96D36C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646F-2A4F-5453-721A-210FE794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 4: Region Extraction &amp; Feature Optimization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910A-B944-8FD2-944D-5F312ED1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YOLOv8 detects a sign, only the traffic sign region is extracted from the frame.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extracted area is called the Region of Interest (ROI).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unnecessary background helps the CNN concentrate on the actual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ROI is resized and normalized before being given to the classification model.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improves the quality of features used for recognizing the sign.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Bounding-box based ROI extraction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cropping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optimization</a:t>
            </a: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7D986-CDAF-3CD6-E88D-833CE5D581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2C50A8-5B0D-3997-415D-463CE56C25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647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CAC0-864D-D7F0-77AE-3593749B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401A-6374-AEF1-DABB-8CA822C0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 5: Traffic Sign Classification using CNN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CB2D6-1BCC-5A92-B710-141468C0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is used to determine what type of traffic sign has been detected.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traffic sign image is given as input to the CNN.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automatically learns important features such as edges, shapes, colors, and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layer predicts the most likely traffic sign category.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can be used with models such as MobileNet or ResNet to improve performance with less training time.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Takes the detected traffic sign image.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Identifies shapes, colors, and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CNN determines the type of traffic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 Softmax selects the class with the highest probability.</a:t>
            </a: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8261E-B0F6-B4B9-82E7-06F5EE4CBD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F9D51-B4DA-6F82-79D5-DC0C48B101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62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B718-91EC-4ED7-506B-317BFEE7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0462-5F61-3E82-6992-AD2108E7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 6: Driver Alert &amp; Decision Support System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2F26-2DE2-1297-C7CD-F7A570D7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traffic sign is classified, the result is sent to the driver alert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the detected sign into an easy-to-understand warning.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visual message can be displayed on the screen.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audio warning can also be generated using a Text-to-Speech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information can help prevent the same alert from being repeatedly generated.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notification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Event-based decision logic</a:t>
            </a:r>
          </a:p>
          <a:p>
            <a:pPr marL="0" lv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1B2D9-4DA8-0316-DD9F-013D410016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9A327-BFD3-F4AB-C302-15487A0F8E2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20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E13E-012A-C1F0-B97D-2F95AD9E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Results and Discussion</a:t>
            </a:r>
            <a:endParaRPr lang="en-IN"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0F3BD-7765-A8FA-B4CE-05B3C43F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00BCE-FA04-2EB6-7FB1-68572356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5D8F0-28B6-0EC0-8914-466F9668E1B0}"/>
              </a:ext>
            </a:extLst>
          </p:cNvPr>
          <p:cNvSpPr txBox="1"/>
          <p:nvPr/>
        </p:nvSpPr>
        <p:spPr>
          <a:xfrm>
            <a:off x="900699" y="1910442"/>
            <a:ext cx="1051559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image-processing methods provide lower accuracy because they depend heavily on manually designed features.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methods improve recognition by automatically learning image features.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methods provide better real-time detection performance.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YOLOv8 + CNN approach combines fast detection with detailed classification.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driver alerts further improve the practical usefulness of the system.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2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BCF8-D873-5A84-6324-BFA29E61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80F3-00E6-444A-2702-521E1CC9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Implementation</a:t>
            </a:r>
            <a:endParaRPr lang="en-IN"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A647D-CEC2-A6FC-1084-054F40484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34"/>
          <a:stretch>
            <a:fillRect/>
          </a:stretch>
        </p:blipFill>
        <p:spPr>
          <a:xfrm>
            <a:off x="378419" y="278270"/>
            <a:ext cx="1133475" cy="1239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DC1C2-860D-8CDF-1598-28E2C9A6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44" y="126367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4EF041-5D57-6142-0941-24AA2364A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86" y="1469392"/>
            <a:ext cx="10386802" cy="514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FACA-CAA9-ED41-A313-5EDEF9EE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1765-A04B-284B-4EBB-5CCC59D1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Applications</a:t>
            </a:r>
            <a:endParaRPr lang="en-IN"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2CA96-CAF0-5EBD-9345-F9D9833A4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A4CFD-3E1E-A38C-13A7-65CF0BE8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62E6C7-F153-35BA-2690-9E1E64CB090E}"/>
              </a:ext>
            </a:extLst>
          </p:cNvPr>
          <p:cNvSpPr txBox="1"/>
          <p:nvPr/>
        </p:nvSpPr>
        <p:spPr>
          <a:xfrm>
            <a:off x="1420586" y="1986022"/>
            <a:ext cx="98951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Driver Assistance Systems (ADAS): Helps drivers identify important traffic signs while driving.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 Provides traffic sign information to automated driving systems.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Transportation: Can be integrated into intelligent transportation systems.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Safety Monitoring: Helps monitor and recognize signs from road cameras.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Assistance Applications: Provides real-time warnings about speed limits, stop signs, and other important signs.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Navigation Systems: Recognized signs can be combined with navigation information to provide better driving assistance.</a:t>
            </a:r>
          </a:p>
        </p:txBody>
      </p:sp>
    </p:spTree>
    <p:extLst>
      <p:ext uri="{BB962C8B-B14F-4D97-AF65-F5344CB8AC3E}">
        <p14:creationId xmlns:p14="http://schemas.microsoft.com/office/powerpoint/2010/main" val="384018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5A846-ADEE-4C5D-F112-F736E5AB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2C39-116E-BF88-E0B5-4EB3BA16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E6E83-E0BA-5735-829A-5D93781EA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79FF81-CCC6-A580-E7AD-D2FB26635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0F62F5-0A42-06BC-7AFF-C1D76C5E7278}"/>
              </a:ext>
            </a:extLst>
          </p:cNvPr>
          <p:cNvSpPr txBox="1"/>
          <p:nvPr/>
        </p:nvSpPr>
        <p:spPr>
          <a:xfrm>
            <a:off x="1420586" y="1986022"/>
            <a:ext cx="9895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AI-based solution for real-time traffic sign detection and recognition.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is used to quickly detect traffic signs from road video.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 maintains the identity of signs across multiple frames.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extraction focuses the classification process on the detected traffic sign.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or transfer learning is used to accurately recognize the type of traffic sign.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alert system provides visual and audio warnings to improve driver awareness.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combination of YOLOv8 + Tracking + CNN + Driver Alert provides a practical approach for intelligent and safer driving assistance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10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A663D-78D2-E9FC-9304-73531EB6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B27E-6E0A-B597-1FFC-299399AE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CCB51-7B12-0EAF-ACD2-1911F479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251FB4-C8AA-6F36-CC5D-CF5F7774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580B8-F750-CE20-7D02-3FFE8AE24A4E}"/>
              </a:ext>
            </a:extLst>
          </p:cNvPr>
          <p:cNvSpPr txBox="1"/>
          <p:nvPr/>
        </p:nvSpPr>
        <p:spPr>
          <a:xfrm>
            <a:off x="1018308" y="1773020"/>
            <a:ext cx="108641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Stallkamp, J.,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Schlipsing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Salmen, J., &amp; Igel, C. (2024)Man vs. Computer: Benchmarking Machine Learning Algorithms for Traffic Sign Recognition.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Houben, S., Stallkamp, J., Salmen, J.,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Schlipsing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Igel, C. (2025)Detection of Traffic Signs in Real-World Images: The German Traffic Sign Detection Benchmark.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Z., Liang, D., Zhang, S., Huang, X., Li, B., &amp; Hu, S. (2023)Traffic-Sign Detection and Classification in the Wild.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Wojke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Bewley, A., &amp; Paulus, D. (2024)Simple Online and Realtime Tracking with a Deep Association Metric.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Gong, C., Li, A., Song, Y., Xu, N., &amp; He, W. (2023)Traffic Sign Recognition Based on the YOLOv3 Algorithm.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Xing, W., &amp; Huang, H. (2024)Traffic Sign Detection Algorithm Based on Improved YOLOv5.</a:t>
            </a:r>
          </a:p>
        </p:txBody>
      </p:sp>
    </p:spTree>
    <p:extLst>
      <p:ext uri="{BB962C8B-B14F-4D97-AF65-F5344CB8AC3E}">
        <p14:creationId xmlns:p14="http://schemas.microsoft.com/office/powerpoint/2010/main" val="3777422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2207D-730E-6CD0-1499-260F1F08B666}"/>
              </a:ext>
            </a:extLst>
          </p:cNvPr>
          <p:cNvSpPr txBox="1"/>
          <p:nvPr/>
        </p:nvSpPr>
        <p:spPr>
          <a:xfrm>
            <a:off x="1955800" y="2539999"/>
            <a:ext cx="9177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154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1530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Algerian</vt:lpstr>
      <vt:lpstr>Arial</vt:lpstr>
      <vt:lpstr>Bradley Hand ITC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LL              LITERATURE REVIEW</vt:lpstr>
      <vt:lpstr>PROBLEM STATEMENT </vt:lpstr>
      <vt:lpstr>OBJECTIVES</vt:lpstr>
      <vt:lpstr>Architecture</vt:lpstr>
      <vt:lpstr>        Module 1: Intelligent Video Acquisition &amp; Adaptive Preprocessing </vt:lpstr>
      <vt:lpstr>        Module-2 Real-Time Traffic Sign  Detection using YOLOv8</vt:lpstr>
      <vt:lpstr>        Module 3: Multi-Object Tracking &amp; Temporal Analysis</vt:lpstr>
      <vt:lpstr>        Module 4: Region Extraction &amp; Feature Optimization</vt:lpstr>
      <vt:lpstr>        Module 5: Traffic Sign Classification using CNN</vt:lpstr>
      <vt:lpstr>        Module 6: Driver Alert &amp; Decision Support System</vt:lpstr>
      <vt:lpstr>                     Results and Discussion</vt:lpstr>
      <vt:lpstr>                     Implementation</vt:lpstr>
      <vt:lpstr>                     Applications</vt:lpstr>
      <vt:lpstr>                     Conclusion</vt:lpstr>
      <vt:lpstr>                   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venkatsai3344@outlook.com</cp:lastModifiedBy>
  <cp:revision>31</cp:revision>
  <dcterms:created xsi:type="dcterms:W3CDTF">2025-12-26T06:25:37Z</dcterms:created>
  <dcterms:modified xsi:type="dcterms:W3CDTF">2026-08-20T02:41:22Z</dcterms:modified>
</cp:coreProperties>
</file>